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tness_Wellness_App_Project_Submission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tness_Wellness_App_Project_Submission_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